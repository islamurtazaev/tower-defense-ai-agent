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e0b2122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e0b2122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e0b21229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e0b21229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e0b21229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e0b21229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e0b21229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e0b21229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e0b21229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e0b21229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e0b21229a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e0b21229a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the flashy technological graphs like AI and other from the imag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n you remove the bullet points from her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 title="night-king-vs-jon-snow-4k-1t-1920x108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975" y="1103700"/>
            <a:ext cx="4483574" cy="252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 title="text-the-episode-was-so-dark-that-even-night-kings-commanders-couldnt-see-arya-coming-danightking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2775" y="1103700"/>
            <a:ext cx="3191299" cy="252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: The Simulation Setup Visual: [A top-down 2D map view of the game interface showing the castle gate and spawn points]&#10;&#10;Bullet Points:&#10;&#10;Genre: Tower Defense / Strategy Simulation.&#10;&#10;The Enemy: The Night King &amp; The Wights (Zombies).&#10;&#10;The Threat: Multiple waves of increasing difficulty.&#10;&#10;The Objective: Protect Winterfell at all costs."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 title="PHOTO-2025-12-05-22-24-58.jpg"/>
          <p:cNvPicPr preferRelativeResize="0"/>
          <p:nvPr/>
        </p:nvPicPr>
        <p:blipFill rotWithShape="1">
          <a:blip r:embed="rId4">
            <a:alphaModFix/>
          </a:blip>
          <a:srcRect b="0" l="1383" r="1188" t="4232"/>
          <a:stretch/>
        </p:blipFill>
        <p:spPr>
          <a:xfrm>
            <a:off x="1968650" y="768700"/>
            <a:ext cx="5261701" cy="289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: Strategic Constraints &amp; Units Visual: [Three character icons: A generic Soldier, Jon Snow with a shield/Wolf, and Daenerys with a Dragon icon]&#10;&#10;Bullet Points:&#10;&#10;Regular Soldiers: Standard defense units.&#10;&#10;Jon Snow (The Tank):&#10;&#10;Attribute: Immortal (Cannot die).&#10;&#10;Constraint: Cannot kill the Night King.&#10;&#10;Daenerys (The Glass Cannon):&#10;&#10;Attribute: High Damage (Dragonfire).&#10;&#10;Ability: The only unit capable of killing the Night King."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erate a simple slide with a single word demo and background of game of thrones winterfell "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nerate slide on evals with data from this table:  Algorithm Win Rate (%) Base HP (Range/Avg) Reward Stability NK Kills (Range) Deployment Efficiency Survivability (Steps)&#10;Q-Learning ∼40% (Highly Unstable) 42→0 HP (Collapses under pressure) × Highly Unstable 3−4 Always 6/6 (Inefficient) 336−461 (Good early, drops later)&#10;PPO ∼50% (Unstable) High Variance →0 HP (Collapses under pressure) × Very Unstable 3−4 Unknown (Likely max deploy) 372−470 (Better initially than Q-L)&#10;A* Baseline 0% (Deterministic) ∼0 HP ✓ Moderate 0-1 Optimal but soldiers get's defeated by night king Longest (Predictable defense)"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